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CC66CE-7B5D-4469-B85C-610327FF55DB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tr-TR" sz="1100" u="sng">
                <a:solidFill>
                  <a:srgbClr val="000000"/>
                </a:solidFill>
                <a:latin typeface="Calibri" panose="020F0502020204030204" pitchFamily="34" charset="0"/>
              </a:rPr>
              <a:t>TASNİF DIŞI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C507E-DAE8-404C-BAD5-E6968C0F05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136C7-FB4F-4486-A3C2-378AD4BCA59E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C5B2F-7F1B-4E62-9794-B4574ACAD1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43665-9484-4F1E-A40E-5E34B42B3C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86882-B05F-4CBA-AF68-8C179CE6877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049022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8580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tr-TR" sz="1100" b="0" i="0" u="sng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r>
              <a:rPr lang="tr-TR"/>
              <a:t>TASNİF DIŞI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75F1C-96D1-4385-A770-21325CBD7C70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8BBDD-C3B0-48D3-84B8-B335C26FBCD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817378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1261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5401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9809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/>
              <a:t>TASNİF DIŞI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8BBDD-C3B0-48D3-84B8-B335C26FBCD7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18031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C553-840C-4E21-8421-4A2AFD2F3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8C85A-41FC-4323-ABAA-8412CA746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12A7-D9CE-45E3-B580-F80350E9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9ADC0-C6FB-4172-B68B-6F4E4E13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9E3D9-FF6A-4EBA-916E-8EE18C6D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456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2E39-2B91-40C1-B7C2-AEEB5BD8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5174-FF03-4749-B08A-76B342321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2E86-5F26-475B-8D00-4DFF32AA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3FE42-DEEC-4139-BA4B-FE4740D6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76AC-B828-4842-8CB7-9D3E13812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286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8B46-1E1A-4984-8481-49660F6C0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CFF74-EDA2-48E8-ADE9-F705064AE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609F-9D4D-4EA2-8416-2976F9A97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91DD0-387B-4C6B-A823-0D55B2A3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AAA7D-DA98-4C49-B506-13DDFE649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48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DA7-8280-4765-B634-95CE1721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3BAE9-07E0-408C-B4A9-50CD99AEE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EB96C-C25D-4580-9FAA-53C55A8D0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E50F0-007E-41C6-8715-1A751CF1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C07F2-6121-4F02-80AC-A445959E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ACABD-86D5-4B4F-B7D2-DAC964EB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748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B052-59BE-4651-BC79-353B5652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7C2EC-F24F-439A-81B2-C18C4ABA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EDBAC-BCC5-41A3-A221-C7BF06CD2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B7258-0289-4DF5-9A85-79876B535F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9CF78-AB13-4A3C-988F-AF026C09C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267B3-9A0A-4FA5-B41D-7A2B1372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AA2A1A-555B-4986-A5F3-0FEFE42B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89F86-205A-4449-BF7B-BF5B1AC7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4593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5CBF-87F2-4B97-A5B6-A122F4984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CDED0-BCFA-4B20-A9C9-5AC86C878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28F174-7A71-4690-91F6-629121EC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98682-DDF2-460A-99E8-34CF64A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5266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D0C2E-D2F7-459B-A4AC-C270B064B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D1EBF-BEE1-4A67-B5E4-10A53D7B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AE18A-187B-4A00-984B-32A4F01F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545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52B1-51B6-4AFF-A724-C91FBC9A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1FB8D-B703-4D7E-B5A6-D6634DCF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BC7C9-2036-42EE-94D6-0BFAD1F1E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51C32-71F4-41E7-B3C4-8FA4B4F0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FF51-5059-43AB-8B6A-B92225C0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8B25B-EBD3-40DF-A6D7-00DF0DDF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322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20F9-57FE-493B-880A-93DE853B4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99876-F043-4243-9869-5192E5AC6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B1D1-5AA4-49C2-8BB6-E5BEC8AC4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0DB71-F209-4282-81A6-08948FC6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73D6C-5765-4E34-A9A1-D604D89B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DC206-641F-49A1-84F6-9DFACDE0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883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E306-944E-47D6-A51C-BCA58C84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82103B-D9FA-4DD3-AD52-3BAF46890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0E1F-32EF-4962-83EC-19D45F06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B3172-52E5-4141-8DF0-FAC1AD74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0AE5-482A-4A0C-AA29-C8D3E106C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247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461CB-D2B2-4369-87D6-D81240D08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5DF50-B85A-4266-922C-9C92C969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05E83-BA24-417C-BAF7-F14D84F5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8D95-9451-4168-A42E-4547CFFB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21CF-1892-4FB7-93FD-91417C13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3867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A40BF-36B1-425E-BF92-4B657DA5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071CA-DFB0-49E4-B976-3C43C07CB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A0592-9286-4A23-9325-D0E702173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B93EA-B161-43A7-81D2-EA9395F93F4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DB73-F0F2-4349-A509-3F79A0878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18E2-8F24-4EAF-B461-5F7998524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4B25-DFCA-4944-BA90-A17C573440F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81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4A59E-7F34-4C29-A64B-6F54EF74C9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93C9A-651F-48C7-B9D9-67BE5477E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769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02C8-731E-48B1-AF23-074D2445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8D04E-8231-4EB8-8A57-4762885D2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0298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D812A-7636-404A-9EEE-EF98F504A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</a:t>
            </a:r>
            <a:endParaRPr lang="tr-T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F3DE4-072B-481A-A980-D5AA4A7840BE}"/>
              </a:ext>
            </a:extLst>
          </p:cNvPr>
          <p:cNvSpPr/>
          <p:nvPr/>
        </p:nvSpPr>
        <p:spPr>
          <a:xfrm>
            <a:off x="838200" y="1825625"/>
            <a:ext cx="2290527" cy="8148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Pop the Node with lowest f value in OPEN List</a:t>
            </a:r>
            <a:endParaRPr lang="tr-T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3D059-710D-4CA5-BD0B-29EC0BBF570A}"/>
              </a:ext>
            </a:extLst>
          </p:cNvPr>
          <p:cNvSpPr/>
          <p:nvPr/>
        </p:nvSpPr>
        <p:spPr>
          <a:xfrm>
            <a:off x="460821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Generate all successor</a:t>
            </a:r>
            <a:endParaRPr lang="tr-T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BD7F1-0714-49E9-AC45-8F85E3AFC033}"/>
              </a:ext>
            </a:extLst>
          </p:cNvPr>
          <p:cNvSpPr/>
          <p:nvPr/>
        </p:nvSpPr>
        <p:spPr>
          <a:xfrm>
            <a:off x="8882204" y="18256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the optimal path</a:t>
            </a:r>
            <a:endParaRPr lang="tr-T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8F0FEF-BB6D-4CD9-8C03-EC7A06965993}"/>
              </a:ext>
            </a:extLst>
          </p:cNvPr>
          <p:cNvSpPr/>
          <p:nvPr/>
        </p:nvSpPr>
        <p:spPr>
          <a:xfrm>
            <a:off x="4608213" y="554672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it is in OPEN or CLOSE list</a:t>
            </a:r>
            <a:endParaRPr lang="tr-T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D68A2-95CD-44A5-9ABF-27339BEF8B0A}"/>
              </a:ext>
            </a:extLst>
          </p:cNvPr>
          <p:cNvSpPr/>
          <p:nvPr/>
        </p:nvSpPr>
        <p:spPr>
          <a:xfrm>
            <a:off x="838200" y="5530127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successor to OPEN List</a:t>
            </a:r>
            <a:endParaRPr lang="tr-TR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E4D9B1-C621-44C5-9A87-FBBBE3659650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128727" y="2216512"/>
            <a:ext cx="1479487" cy="165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DA39F3-AE0E-42CE-8C89-B8851C4C9A4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6962115" y="2216512"/>
            <a:ext cx="19200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B31D4E-0522-4D56-82C3-089EEA27A028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 flipH="1">
            <a:off x="5785164" y="2607398"/>
            <a:ext cx="1" cy="10869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FF5466-E2B9-4E68-8BB5-F0F2BA46D25B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 flipV="1">
            <a:off x="3192101" y="5921014"/>
            <a:ext cx="1416112" cy="165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D759D0-FB47-4AF8-B23F-9C5FF2673173}"/>
              </a:ext>
            </a:extLst>
          </p:cNvPr>
          <p:cNvCxnSpPr>
            <a:stCxn id="11" idx="0"/>
            <a:endCxn id="4" idx="2"/>
          </p:cNvCxnSpPr>
          <p:nvPr/>
        </p:nvCxnSpPr>
        <p:spPr>
          <a:xfrm flipH="1" flipV="1">
            <a:off x="1983464" y="2640437"/>
            <a:ext cx="31687" cy="28896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C9FB6BD-1A07-430F-9B5F-628C72AD0540}"/>
              </a:ext>
            </a:extLst>
          </p:cNvPr>
          <p:cNvSpPr txBox="1"/>
          <p:nvPr/>
        </p:nvSpPr>
        <p:spPr>
          <a:xfrm>
            <a:off x="7013418" y="1870891"/>
            <a:ext cx="181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it is on the goal</a:t>
            </a:r>
            <a:endParaRPr lang="tr-T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648759-4D55-4FE2-8084-C76EC2C928A4}"/>
              </a:ext>
            </a:extLst>
          </p:cNvPr>
          <p:cNvSpPr/>
          <p:nvPr/>
        </p:nvSpPr>
        <p:spPr>
          <a:xfrm>
            <a:off x="4608213" y="3694395"/>
            <a:ext cx="2353901" cy="781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f value</a:t>
            </a:r>
            <a:endParaRPr lang="tr-TR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90C4FCA-EC21-441B-8752-B9C1A1DE0BC3}"/>
              </a:ext>
            </a:extLst>
          </p:cNvPr>
          <p:cNvCxnSpPr>
            <a:stCxn id="29" idx="2"/>
            <a:endCxn id="10" idx="0"/>
          </p:cNvCxnSpPr>
          <p:nvPr/>
        </p:nvCxnSpPr>
        <p:spPr>
          <a:xfrm>
            <a:off x="5785164" y="4476168"/>
            <a:ext cx="0" cy="10705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97F16A5-A79B-4BAF-B17F-C0D408DB539E}"/>
              </a:ext>
            </a:extLst>
          </p:cNvPr>
          <p:cNvSpPr txBox="1"/>
          <p:nvPr/>
        </p:nvSpPr>
        <p:spPr>
          <a:xfrm>
            <a:off x="5785163" y="2897109"/>
            <a:ext cx="2656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else</a:t>
            </a:r>
            <a:endParaRPr lang="tr-TR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214D12-D8B2-4C0F-BB53-69F37110F6BE}"/>
              </a:ext>
            </a:extLst>
          </p:cNvPr>
          <p:cNvCxnSpPr>
            <a:endCxn id="4" idx="2"/>
          </p:cNvCxnSpPr>
          <p:nvPr/>
        </p:nvCxnSpPr>
        <p:spPr>
          <a:xfrm flipH="1" flipV="1">
            <a:off x="1983464" y="2640437"/>
            <a:ext cx="2624749" cy="32805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5C6CE56-0733-44A4-9B27-6E66C3B94AC7}"/>
              </a:ext>
            </a:extLst>
          </p:cNvPr>
          <p:cNvSpPr txBox="1"/>
          <p:nvPr/>
        </p:nvSpPr>
        <p:spPr>
          <a:xfrm>
            <a:off x="3417683" y="5954053"/>
            <a:ext cx="122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in</a:t>
            </a:r>
            <a:endParaRPr lang="tr-T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3FFF5-6FE0-4A6E-8075-E1B13B75672D}"/>
              </a:ext>
            </a:extLst>
          </p:cNvPr>
          <p:cNvSpPr txBox="1"/>
          <p:nvPr/>
        </p:nvSpPr>
        <p:spPr>
          <a:xfrm>
            <a:off x="3192101" y="3911394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</a:t>
            </a:r>
            <a:endParaRPr lang="tr-TR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8D75FAA-FB19-4058-BC53-0E5CABC93F03}"/>
              </a:ext>
            </a:extLst>
          </p:cNvPr>
          <p:cNvSpPr/>
          <p:nvPr/>
        </p:nvSpPr>
        <p:spPr>
          <a:xfrm>
            <a:off x="6953061" y="2616451"/>
            <a:ext cx="2301681" cy="1711319"/>
          </a:xfrm>
          <a:custGeom>
            <a:avLst/>
            <a:gdLst>
              <a:gd name="connsiteX0" fmla="*/ 0 w 2301681"/>
              <a:gd name="connsiteY0" fmla="*/ 0 h 1711319"/>
              <a:gd name="connsiteX1" fmla="*/ 81482 w 2301681"/>
              <a:gd name="connsiteY1" fmla="*/ 18107 h 1711319"/>
              <a:gd name="connsiteX2" fmla="*/ 135802 w 2301681"/>
              <a:gd name="connsiteY2" fmla="*/ 36214 h 1711319"/>
              <a:gd name="connsiteX3" fmla="*/ 190123 w 2301681"/>
              <a:gd name="connsiteY3" fmla="*/ 45268 h 1711319"/>
              <a:gd name="connsiteX4" fmla="*/ 253497 w 2301681"/>
              <a:gd name="connsiteY4" fmla="*/ 54321 h 1711319"/>
              <a:gd name="connsiteX5" fmla="*/ 298765 w 2301681"/>
              <a:gd name="connsiteY5" fmla="*/ 63375 h 1711319"/>
              <a:gd name="connsiteX6" fmla="*/ 371192 w 2301681"/>
              <a:gd name="connsiteY6" fmla="*/ 72428 h 1711319"/>
              <a:gd name="connsiteX7" fmla="*/ 497941 w 2301681"/>
              <a:gd name="connsiteY7" fmla="*/ 99589 h 1711319"/>
              <a:gd name="connsiteX8" fmla="*/ 615636 w 2301681"/>
              <a:gd name="connsiteY8" fmla="*/ 126749 h 1711319"/>
              <a:gd name="connsiteX9" fmla="*/ 751438 w 2301681"/>
              <a:gd name="connsiteY9" fmla="*/ 181070 h 1711319"/>
              <a:gd name="connsiteX10" fmla="*/ 787652 w 2301681"/>
              <a:gd name="connsiteY10" fmla="*/ 199177 h 1711319"/>
              <a:gd name="connsiteX11" fmla="*/ 814812 w 2301681"/>
              <a:gd name="connsiteY11" fmla="*/ 208230 h 1711319"/>
              <a:gd name="connsiteX12" fmla="*/ 995882 w 2301681"/>
              <a:gd name="connsiteY12" fmla="*/ 280658 h 1711319"/>
              <a:gd name="connsiteX13" fmla="*/ 1023042 w 2301681"/>
              <a:gd name="connsiteY13" fmla="*/ 298765 h 1711319"/>
              <a:gd name="connsiteX14" fmla="*/ 1059256 w 2301681"/>
              <a:gd name="connsiteY14" fmla="*/ 307818 h 1711319"/>
              <a:gd name="connsiteX15" fmla="*/ 1158844 w 2301681"/>
              <a:gd name="connsiteY15" fmla="*/ 353086 h 1711319"/>
              <a:gd name="connsiteX16" fmla="*/ 1204111 w 2301681"/>
              <a:gd name="connsiteY16" fmla="*/ 380246 h 1711319"/>
              <a:gd name="connsiteX17" fmla="*/ 1249379 w 2301681"/>
              <a:gd name="connsiteY17" fmla="*/ 398353 h 1711319"/>
              <a:gd name="connsiteX18" fmla="*/ 1285592 w 2301681"/>
              <a:gd name="connsiteY18" fmla="*/ 416460 h 1711319"/>
              <a:gd name="connsiteX19" fmla="*/ 1358020 w 2301681"/>
              <a:gd name="connsiteY19" fmla="*/ 443620 h 1711319"/>
              <a:gd name="connsiteX20" fmla="*/ 1502876 w 2301681"/>
              <a:gd name="connsiteY20" fmla="*/ 525101 h 1711319"/>
              <a:gd name="connsiteX21" fmla="*/ 1584357 w 2301681"/>
              <a:gd name="connsiteY21" fmla="*/ 597529 h 1711319"/>
              <a:gd name="connsiteX22" fmla="*/ 1611517 w 2301681"/>
              <a:gd name="connsiteY22" fmla="*/ 606583 h 1711319"/>
              <a:gd name="connsiteX23" fmla="*/ 1738266 w 2301681"/>
              <a:gd name="connsiteY23" fmla="*/ 697117 h 1711319"/>
              <a:gd name="connsiteX24" fmla="*/ 1765426 w 2301681"/>
              <a:gd name="connsiteY24" fmla="*/ 715224 h 1711319"/>
              <a:gd name="connsiteX25" fmla="*/ 1828800 w 2301681"/>
              <a:gd name="connsiteY25" fmla="*/ 760492 h 1711319"/>
              <a:gd name="connsiteX26" fmla="*/ 1910282 w 2301681"/>
              <a:gd name="connsiteY26" fmla="*/ 841973 h 1711319"/>
              <a:gd name="connsiteX27" fmla="*/ 1964602 w 2301681"/>
              <a:gd name="connsiteY27" fmla="*/ 959668 h 1711319"/>
              <a:gd name="connsiteX28" fmla="*/ 1973656 w 2301681"/>
              <a:gd name="connsiteY28" fmla="*/ 1050202 h 1711319"/>
              <a:gd name="connsiteX29" fmla="*/ 1982709 w 2301681"/>
              <a:gd name="connsiteY29" fmla="*/ 1077363 h 1711319"/>
              <a:gd name="connsiteX30" fmla="*/ 2000816 w 2301681"/>
              <a:gd name="connsiteY30" fmla="*/ 1149791 h 1711319"/>
              <a:gd name="connsiteX31" fmla="*/ 2018923 w 2301681"/>
              <a:gd name="connsiteY31" fmla="*/ 1213165 h 1711319"/>
              <a:gd name="connsiteX32" fmla="*/ 2027977 w 2301681"/>
              <a:gd name="connsiteY32" fmla="*/ 1267486 h 1711319"/>
              <a:gd name="connsiteX33" fmla="*/ 2055137 w 2301681"/>
              <a:gd name="connsiteY33" fmla="*/ 1394234 h 1711319"/>
              <a:gd name="connsiteX34" fmla="*/ 2064190 w 2301681"/>
              <a:gd name="connsiteY34" fmla="*/ 1493822 h 1711319"/>
              <a:gd name="connsiteX35" fmla="*/ 2073244 w 2301681"/>
              <a:gd name="connsiteY35" fmla="*/ 1629624 h 1711319"/>
              <a:gd name="connsiteX36" fmla="*/ 2091351 w 2301681"/>
              <a:gd name="connsiteY36" fmla="*/ 1683945 h 1711319"/>
              <a:gd name="connsiteX37" fmla="*/ 2073244 w 2301681"/>
              <a:gd name="connsiteY37" fmla="*/ 1711105 h 1711319"/>
              <a:gd name="connsiteX38" fmla="*/ 2037030 w 2301681"/>
              <a:gd name="connsiteY38" fmla="*/ 1692999 h 1711319"/>
              <a:gd name="connsiteX39" fmla="*/ 2000816 w 2301681"/>
              <a:gd name="connsiteY39" fmla="*/ 1683945 h 1711319"/>
              <a:gd name="connsiteX40" fmla="*/ 1973656 w 2301681"/>
              <a:gd name="connsiteY40" fmla="*/ 1665838 h 1711319"/>
              <a:gd name="connsiteX41" fmla="*/ 1946495 w 2301681"/>
              <a:gd name="connsiteY41" fmla="*/ 1656785 h 1711319"/>
              <a:gd name="connsiteX42" fmla="*/ 1910282 w 2301681"/>
              <a:gd name="connsiteY42" fmla="*/ 1629624 h 1711319"/>
              <a:gd name="connsiteX43" fmla="*/ 1883121 w 2301681"/>
              <a:gd name="connsiteY43" fmla="*/ 1611517 h 1711319"/>
              <a:gd name="connsiteX44" fmla="*/ 1855961 w 2301681"/>
              <a:gd name="connsiteY44" fmla="*/ 1584357 h 1711319"/>
              <a:gd name="connsiteX45" fmla="*/ 1883121 w 2301681"/>
              <a:gd name="connsiteY45" fmla="*/ 1593410 h 1711319"/>
              <a:gd name="connsiteX46" fmla="*/ 1928389 w 2301681"/>
              <a:gd name="connsiteY46" fmla="*/ 1620571 h 1711319"/>
              <a:gd name="connsiteX47" fmla="*/ 2000816 w 2301681"/>
              <a:gd name="connsiteY47" fmla="*/ 1656785 h 1711319"/>
              <a:gd name="connsiteX48" fmla="*/ 2027977 w 2301681"/>
              <a:gd name="connsiteY48" fmla="*/ 1674892 h 1711319"/>
              <a:gd name="connsiteX49" fmla="*/ 2109458 w 2301681"/>
              <a:gd name="connsiteY49" fmla="*/ 1702052 h 1711319"/>
              <a:gd name="connsiteX50" fmla="*/ 2172832 w 2301681"/>
              <a:gd name="connsiteY50" fmla="*/ 1692999 h 1711319"/>
              <a:gd name="connsiteX51" fmla="*/ 2199992 w 2301681"/>
              <a:gd name="connsiteY51" fmla="*/ 1638678 h 1711319"/>
              <a:gd name="connsiteX52" fmla="*/ 2245260 w 2301681"/>
              <a:gd name="connsiteY52" fmla="*/ 1584357 h 1711319"/>
              <a:gd name="connsiteX53" fmla="*/ 2281474 w 2301681"/>
              <a:gd name="connsiteY53" fmla="*/ 1511929 h 1711319"/>
              <a:gd name="connsiteX54" fmla="*/ 2299581 w 2301681"/>
              <a:gd name="connsiteY54" fmla="*/ 1466662 h 171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301681" h="1711319">
                <a:moveTo>
                  <a:pt x="0" y="0"/>
                </a:moveTo>
                <a:cubicBezTo>
                  <a:pt x="27161" y="6036"/>
                  <a:pt x="54598" y="10938"/>
                  <a:pt x="81482" y="18107"/>
                </a:cubicBezTo>
                <a:cubicBezTo>
                  <a:pt x="99924" y="23025"/>
                  <a:pt x="117286" y="31585"/>
                  <a:pt x="135802" y="36214"/>
                </a:cubicBezTo>
                <a:cubicBezTo>
                  <a:pt x="153611" y="40666"/>
                  <a:pt x="171980" y="42477"/>
                  <a:pt x="190123" y="45268"/>
                </a:cubicBezTo>
                <a:cubicBezTo>
                  <a:pt x="211214" y="48513"/>
                  <a:pt x="232448" y="50813"/>
                  <a:pt x="253497" y="54321"/>
                </a:cubicBezTo>
                <a:cubicBezTo>
                  <a:pt x="268676" y="56851"/>
                  <a:pt x="283556" y="61035"/>
                  <a:pt x="298765" y="63375"/>
                </a:cubicBezTo>
                <a:cubicBezTo>
                  <a:pt x="322812" y="67075"/>
                  <a:pt x="347254" y="68076"/>
                  <a:pt x="371192" y="72428"/>
                </a:cubicBezTo>
                <a:cubicBezTo>
                  <a:pt x="413704" y="80157"/>
                  <a:pt x="455907" y="89581"/>
                  <a:pt x="497941" y="99589"/>
                </a:cubicBezTo>
                <a:cubicBezTo>
                  <a:pt x="632971" y="131739"/>
                  <a:pt x="494520" y="106564"/>
                  <a:pt x="615636" y="126749"/>
                </a:cubicBezTo>
                <a:cubicBezTo>
                  <a:pt x="660903" y="144856"/>
                  <a:pt x="706504" y="162150"/>
                  <a:pt x="751438" y="181070"/>
                </a:cubicBezTo>
                <a:cubicBezTo>
                  <a:pt x="763877" y="186307"/>
                  <a:pt x="775247" y="193861"/>
                  <a:pt x="787652" y="199177"/>
                </a:cubicBezTo>
                <a:cubicBezTo>
                  <a:pt x="796423" y="202936"/>
                  <a:pt x="805925" y="204753"/>
                  <a:pt x="814812" y="208230"/>
                </a:cubicBezTo>
                <a:cubicBezTo>
                  <a:pt x="875349" y="231918"/>
                  <a:pt x="936267" y="254738"/>
                  <a:pt x="995882" y="280658"/>
                </a:cubicBezTo>
                <a:cubicBezTo>
                  <a:pt x="1005860" y="284996"/>
                  <a:pt x="1013041" y="294479"/>
                  <a:pt x="1023042" y="298765"/>
                </a:cubicBezTo>
                <a:cubicBezTo>
                  <a:pt x="1034479" y="303666"/>
                  <a:pt x="1047703" y="303197"/>
                  <a:pt x="1059256" y="307818"/>
                </a:cubicBezTo>
                <a:cubicBezTo>
                  <a:pt x="1093112" y="321361"/>
                  <a:pt x="1126229" y="336778"/>
                  <a:pt x="1158844" y="353086"/>
                </a:cubicBezTo>
                <a:cubicBezTo>
                  <a:pt x="1174583" y="360955"/>
                  <a:pt x="1188372" y="372377"/>
                  <a:pt x="1204111" y="380246"/>
                </a:cubicBezTo>
                <a:cubicBezTo>
                  <a:pt x="1218647" y="387514"/>
                  <a:pt x="1234528" y="391753"/>
                  <a:pt x="1249379" y="398353"/>
                </a:cubicBezTo>
                <a:cubicBezTo>
                  <a:pt x="1261712" y="403834"/>
                  <a:pt x="1273134" y="411269"/>
                  <a:pt x="1285592" y="416460"/>
                </a:cubicBezTo>
                <a:cubicBezTo>
                  <a:pt x="1309393" y="426377"/>
                  <a:pt x="1334958" y="432089"/>
                  <a:pt x="1358020" y="443620"/>
                </a:cubicBezTo>
                <a:cubicBezTo>
                  <a:pt x="1407571" y="468395"/>
                  <a:pt x="1463703" y="485927"/>
                  <a:pt x="1502876" y="525101"/>
                </a:cubicBezTo>
                <a:cubicBezTo>
                  <a:pt x="1527418" y="549643"/>
                  <a:pt x="1553271" y="579765"/>
                  <a:pt x="1584357" y="597529"/>
                </a:cubicBezTo>
                <a:cubicBezTo>
                  <a:pt x="1592643" y="602264"/>
                  <a:pt x="1602464" y="603565"/>
                  <a:pt x="1611517" y="606583"/>
                </a:cubicBezTo>
                <a:lnTo>
                  <a:pt x="1738266" y="697117"/>
                </a:lnTo>
                <a:cubicBezTo>
                  <a:pt x="1747155" y="703392"/>
                  <a:pt x="1756512" y="708984"/>
                  <a:pt x="1765426" y="715224"/>
                </a:cubicBezTo>
                <a:cubicBezTo>
                  <a:pt x="1786693" y="730111"/>
                  <a:pt x="1810443" y="742135"/>
                  <a:pt x="1828800" y="760492"/>
                </a:cubicBezTo>
                <a:lnTo>
                  <a:pt x="1910282" y="841973"/>
                </a:lnTo>
                <a:cubicBezTo>
                  <a:pt x="1959817" y="941043"/>
                  <a:pt x="1944880" y="900498"/>
                  <a:pt x="1964602" y="959668"/>
                </a:cubicBezTo>
                <a:cubicBezTo>
                  <a:pt x="1967620" y="989846"/>
                  <a:pt x="1969044" y="1020226"/>
                  <a:pt x="1973656" y="1050202"/>
                </a:cubicBezTo>
                <a:cubicBezTo>
                  <a:pt x="1975107" y="1059634"/>
                  <a:pt x="1980198" y="1068156"/>
                  <a:pt x="1982709" y="1077363"/>
                </a:cubicBezTo>
                <a:cubicBezTo>
                  <a:pt x="1989257" y="1101372"/>
                  <a:pt x="1994268" y="1125782"/>
                  <a:pt x="2000816" y="1149791"/>
                </a:cubicBezTo>
                <a:cubicBezTo>
                  <a:pt x="2013764" y="1197264"/>
                  <a:pt x="2007610" y="1156598"/>
                  <a:pt x="2018923" y="1213165"/>
                </a:cubicBezTo>
                <a:cubicBezTo>
                  <a:pt x="2022523" y="1231165"/>
                  <a:pt x="2024693" y="1249425"/>
                  <a:pt x="2027977" y="1267486"/>
                </a:cubicBezTo>
                <a:cubicBezTo>
                  <a:pt x="2035235" y="1307406"/>
                  <a:pt x="2046803" y="1356729"/>
                  <a:pt x="2055137" y="1394234"/>
                </a:cubicBezTo>
                <a:cubicBezTo>
                  <a:pt x="2058155" y="1427430"/>
                  <a:pt x="2061633" y="1460587"/>
                  <a:pt x="2064190" y="1493822"/>
                </a:cubicBezTo>
                <a:cubicBezTo>
                  <a:pt x="2067670" y="1539056"/>
                  <a:pt x="2066828" y="1584712"/>
                  <a:pt x="2073244" y="1629624"/>
                </a:cubicBezTo>
                <a:cubicBezTo>
                  <a:pt x="2075943" y="1648519"/>
                  <a:pt x="2091351" y="1683945"/>
                  <a:pt x="2091351" y="1683945"/>
                </a:cubicBezTo>
                <a:cubicBezTo>
                  <a:pt x="2085315" y="1692998"/>
                  <a:pt x="2083977" y="1709316"/>
                  <a:pt x="2073244" y="1711105"/>
                </a:cubicBezTo>
                <a:cubicBezTo>
                  <a:pt x="2059932" y="1713324"/>
                  <a:pt x="2049667" y="1697738"/>
                  <a:pt x="2037030" y="1692999"/>
                </a:cubicBezTo>
                <a:cubicBezTo>
                  <a:pt x="2025379" y="1688630"/>
                  <a:pt x="2012887" y="1686963"/>
                  <a:pt x="2000816" y="1683945"/>
                </a:cubicBezTo>
                <a:cubicBezTo>
                  <a:pt x="1991763" y="1677909"/>
                  <a:pt x="1983388" y="1670704"/>
                  <a:pt x="1973656" y="1665838"/>
                </a:cubicBezTo>
                <a:cubicBezTo>
                  <a:pt x="1965120" y="1661570"/>
                  <a:pt x="1954781" y="1661520"/>
                  <a:pt x="1946495" y="1656785"/>
                </a:cubicBezTo>
                <a:cubicBezTo>
                  <a:pt x="1933394" y="1649299"/>
                  <a:pt x="1922560" y="1638394"/>
                  <a:pt x="1910282" y="1629624"/>
                </a:cubicBezTo>
                <a:cubicBezTo>
                  <a:pt x="1901428" y="1623299"/>
                  <a:pt x="1891480" y="1618483"/>
                  <a:pt x="1883121" y="1611517"/>
                </a:cubicBezTo>
                <a:cubicBezTo>
                  <a:pt x="1873285" y="1603321"/>
                  <a:pt x="1855961" y="1597160"/>
                  <a:pt x="1855961" y="1584357"/>
                </a:cubicBezTo>
                <a:cubicBezTo>
                  <a:pt x="1855961" y="1574814"/>
                  <a:pt x="1874585" y="1589142"/>
                  <a:pt x="1883121" y="1593410"/>
                </a:cubicBezTo>
                <a:cubicBezTo>
                  <a:pt x="1898860" y="1601280"/>
                  <a:pt x="1912895" y="1612228"/>
                  <a:pt x="1928389" y="1620571"/>
                </a:cubicBezTo>
                <a:cubicBezTo>
                  <a:pt x="1952155" y="1633368"/>
                  <a:pt x="1978357" y="1641813"/>
                  <a:pt x="2000816" y="1656785"/>
                </a:cubicBezTo>
                <a:cubicBezTo>
                  <a:pt x="2009870" y="1662821"/>
                  <a:pt x="2017933" y="1670707"/>
                  <a:pt x="2027977" y="1674892"/>
                </a:cubicBezTo>
                <a:cubicBezTo>
                  <a:pt x="2054404" y="1685903"/>
                  <a:pt x="2109458" y="1702052"/>
                  <a:pt x="2109458" y="1702052"/>
                </a:cubicBezTo>
                <a:cubicBezTo>
                  <a:pt x="2130583" y="1699034"/>
                  <a:pt x="2155350" y="1705236"/>
                  <a:pt x="2172832" y="1692999"/>
                </a:cubicBezTo>
                <a:cubicBezTo>
                  <a:pt x="2189417" y="1681390"/>
                  <a:pt x="2188763" y="1655522"/>
                  <a:pt x="2199992" y="1638678"/>
                </a:cubicBezTo>
                <a:cubicBezTo>
                  <a:pt x="2257465" y="1552468"/>
                  <a:pt x="2200829" y="1665813"/>
                  <a:pt x="2245260" y="1584357"/>
                </a:cubicBezTo>
                <a:cubicBezTo>
                  <a:pt x="2258185" y="1560661"/>
                  <a:pt x="2270305" y="1536502"/>
                  <a:pt x="2281474" y="1511929"/>
                </a:cubicBezTo>
                <a:cubicBezTo>
                  <a:pt x="2337386" y="1388921"/>
                  <a:pt x="2254632" y="1556554"/>
                  <a:pt x="2299581" y="1466662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20F4AA-68A6-4DED-BA87-80CD38F64E36}"/>
              </a:ext>
            </a:extLst>
          </p:cNvPr>
          <p:cNvSpPr txBox="1"/>
          <p:nvPr/>
        </p:nvSpPr>
        <p:spPr>
          <a:xfrm>
            <a:off x="7288040" y="4404542"/>
            <a:ext cx="3503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Problem is state space grow exponential in the number of agent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8865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CACE-040B-4368-AB79-9EC4D5CB4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9A1D4-CB3D-43CF-9CA9-96F6F3157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14628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TASNİF DIŞI"/>
  <p:tag name="BJHEADERFOOTERTEXTMARKING" val="TASNİF DIŞI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b2a402a-7aa0-470f-8732-c65458ab17ee" origin="userSelected">
  <element uid="d4613254-63f1-4b12-8c89-ea1ca2a88f12" value=""/>
</sisl>
</file>

<file path=customXml/itemProps1.xml><?xml version="1.0" encoding="utf-8"?>
<ds:datastoreItem xmlns:ds="http://schemas.openxmlformats.org/officeDocument/2006/customXml" ds:itemID="{0484E4DC-9B09-4D41-B284-E62E76FAEECC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69</Words>
  <Application>Microsoft Office PowerPoint</Application>
  <PresentationFormat>Widescreen</PresentationFormat>
  <Paragraphs>20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A*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Demir Doruk Dilek (Tusaş - Türk Havacılık Ve Uzay Sanayii A.ş.)</dc:creator>
  <cp:lastModifiedBy>Demir Doruk Dilek (Tusaş - Türk Havacılık Ve Uzay Sanayii A.ş.)</cp:lastModifiedBy>
  <cp:revision>7</cp:revision>
  <dcterms:created xsi:type="dcterms:W3CDTF">2026-01-20T10:31:49Z</dcterms:created>
  <dcterms:modified xsi:type="dcterms:W3CDTF">2026-01-20T11:35:08Z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1d6c1949-222a-4666-81d7-acb499cae167</vt:lpwstr>
  </property>
  <property fmtid="{D5CDD505-2E9C-101B-9397-08002B2CF9AE}" pid="3" name="bjClsUserRVM">
    <vt:lpwstr>[]</vt:lpwstr>
  </property>
  <property fmtid="{D5CDD505-2E9C-101B-9397-08002B2CF9AE}" pid="4" name="bjSaver">
    <vt:lpwstr>nBAEFT9rUYZ8OILUNNvH3eLmxKfdA6FE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policy="3b2a402a-7aa0-470f-8732-c65458ab17ee" origin="userSelected" xmlns="http://www.boldonj</vt:lpwstr>
  </property>
  <property fmtid="{D5CDD505-2E9C-101B-9397-08002B2CF9AE}" pid="6" name="bjDocumentLabelXML-0">
    <vt:lpwstr>ames.com/2008/01/sie/internal/label"&gt;&lt;element uid="d4613254-63f1-4b12-8c89-ea1ca2a88f12" value="" /&gt;&lt;/sisl&gt;</vt:lpwstr>
  </property>
  <property fmtid="{D5CDD505-2E9C-101B-9397-08002B2CF9AE}" pid="7" name="bjDocumentSecurityLabel">
    <vt:lpwstr>TASNİF DIŞI</vt:lpwstr>
  </property>
</Properties>
</file>